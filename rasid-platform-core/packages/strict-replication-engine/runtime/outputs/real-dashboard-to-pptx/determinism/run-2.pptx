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23850"/>
            <a:ext cx="2286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STRICT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143000"/>
            <a:ext cx="2095500" cy="1047750"/>
          </a:xfrm>
          <a:prstGeom prst="rect">
            <a:avLst/>
          </a:prstGeom>
          <a:solidFill>
            <a:srgbClr val="90CA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500" y="1714500"/>
          <a:ext cx="152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</a:tblGrid>
              <a:tr h="30480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