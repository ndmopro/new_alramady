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23850"/>
            <a:ext cx="2286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STRICT PPTX</a:t>
            </a:r>
          </a:p>
        </p:txBody>
      </p:sp>
      <p:sp>
        <p:nvSpPr>
          <p:cNvPr id="3" name="Rectangle 2"/>
          <p:cNvSpPr/>
          <p:nvPr/>
        </p:nvSpPr>
        <p:spPr>
          <a:xfrm>
            <a:off x="381000" y="1143000"/>
            <a:ext cx="2095500" cy="1047750"/>
          </a:xfrm>
          <a:prstGeom prst="rect">
            <a:avLst/>
          </a:prstGeom>
          <a:solidFill>
            <a:srgbClr val="90CA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00500" y="1714500"/>
          <a:ext cx="1524000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762000"/>
              </a:tblGrid>
              <a:tr h="3048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